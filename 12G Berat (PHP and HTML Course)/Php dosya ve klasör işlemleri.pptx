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65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D62E15C-699E-D66F-C502-FEA4210FAD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F1CFCA74-89E0-E371-135F-FB1196C3FF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D521F298-701B-D349-4018-7F5C3D58E2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141400-C04E-4CDD-89FE-314934E08E27}" type="datetimeFigureOut">
              <a:rPr lang="tr-TR" smtClean="0"/>
              <a:t>17.11.2025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140E0922-4C92-3099-A5FF-D8CFB1581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6F61D618-8BBF-060A-56F7-F7653EC7A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F026B-3FBB-41B7-9529-02F1AEFD8B6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4253030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418488E-97BB-0F8F-3A63-548C29B2A5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59F3FBAB-6D4C-5BC4-369A-1D62DBC312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AF4044FD-8920-5AA7-836B-89A41849F3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141400-C04E-4CDD-89FE-314934E08E27}" type="datetimeFigureOut">
              <a:rPr lang="tr-TR" smtClean="0"/>
              <a:t>17.11.2025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1EC66542-221A-989B-DD5A-3DF147A1D0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5E9C713F-5431-405B-0D18-14D60935A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F026B-3FBB-41B7-9529-02F1AEFD8B6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9291309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80D5E084-38CA-3DDC-82CD-B7D286D0C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DEECEEF1-8954-D13C-5412-E9C10CA7B0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F0CC88F4-F463-C195-715D-1609C0EBD4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141400-C04E-4CDD-89FE-314934E08E27}" type="datetimeFigureOut">
              <a:rPr lang="tr-TR" smtClean="0"/>
              <a:t>17.11.2025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202AD9FE-436B-9F86-D981-6ECB3D1335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12B199BD-C306-F73A-C0A6-D5B4DDBB1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F026B-3FBB-41B7-9529-02F1AEFD8B6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1904625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6B47AF8-E924-FBBD-B3C4-9127671555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96EF467E-F871-5E5D-FA65-579556139B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8F469F55-63DF-7FAA-88D8-861AD6C8BF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82A61EEC-FC77-F5DF-92E7-3EA6C0B959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141400-C04E-4CDD-89FE-314934E08E27}" type="datetimeFigureOut">
              <a:rPr lang="tr-TR" smtClean="0"/>
              <a:t>17.11.2025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68B7C014-C837-34A9-CCDC-C0E917DF96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A9F0A756-9A8C-1F60-A46E-910B1C990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F026B-3FBB-41B7-9529-02F1AEFD8B6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2329882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C0FEACB-293A-2117-DBE0-1524F9B409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F7173314-6111-6C5C-F6AB-DF1BBE58F0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4076C864-D93C-DA89-F7B3-98478249BF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Metin Yer Tutucusu 4">
            <a:extLst>
              <a:ext uri="{FF2B5EF4-FFF2-40B4-BE49-F238E27FC236}">
                <a16:creationId xmlns:a16="http://schemas.microsoft.com/office/drawing/2014/main" id="{A199660C-F2B6-7FD5-9863-200DCBBF08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C89DF8DF-3AAE-B61D-E1C2-D2C2E0DE94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Veri Yer Tutucusu 6">
            <a:extLst>
              <a:ext uri="{FF2B5EF4-FFF2-40B4-BE49-F238E27FC236}">
                <a16:creationId xmlns:a16="http://schemas.microsoft.com/office/drawing/2014/main" id="{2BB49B0D-9B4E-6DC4-EFE7-15ED95A2C7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141400-C04E-4CDD-89FE-314934E08E27}" type="datetimeFigureOut">
              <a:rPr lang="tr-TR" smtClean="0"/>
              <a:t>17.11.2025</a:t>
            </a:fld>
            <a:endParaRPr lang="tr-TR"/>
          </a:p>
        </p:txBody>
      </p:sp>
      <p:sp>
        <p:nvSpPr>
          <p:cNvPr id="8" name="Alt Bilgi Yer Tutucusu 7">
            <a:extLst>
              <a:ext uri="{FF2B5EF4-FFF2-40B4-BE49-F238E27FC236}">
                <a16:creationId xmlns:a16="http://schemas.microsoft.com/office/drawing/2014/main" id="{E8056022-988D-608C-2F50-2236B06CA3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>
            <a:extLst>
              <a:ext uri="{FF2B5EF4-FFF2-40B4-BE49-F238E27FC236}">
                <a16:creationId xmlns:a16="http://schemas.microsoft.com/office/drawing/2014/main" id="{D8A1BEA5-B65C-B7DA-CB86-D248DF53F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F026B-3FBB-41B7-9529-02F1AEFD8B6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4490156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7BBB9AC-3458-0B53-EDF3-2F5503E93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85CB2E29-AFF8-8DF7-44C2-B1E55FF2E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141400-C04E-4CDD-89FE-314934E08E27}" type="datetimeFigureOut">
              <a:rPr lang="tr-TR" smtClean="0"/>
              <a:t>17.11.2025</a:t>
            </a:fld>
            <a:endParaRPr lang="tr-TR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7ACF4A3D-62AA-507D-F388-3714BF4015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98BDA83D-77FB-BB42-074B-7F3FD1CE63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F026B-3FBB-41B7-9529-02F1AEFD8B6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757042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>
            <a:extLst>
              <a:ext uri="{FF2B5EF4-FFF2-40B4-BE49-F238E27FC236}">
                <a16:creationId xmlns:a16="http://schemas.microsoft.com/office/drawing/2014/main" id="{39802955-857E-BBB8-D643-454B5CD23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141400-C04E-4CDD-89FE-314934E08E27}" type="datetimeFigureOut">
              <a:rPr lang="tr-TR" smtClean="0"/>
              <a:t>17.11.2025</a:t>
            </a:fld>
            <a:endParaRPr lang="tr-TR"/>
          </a:p>
        </p:txBody>
      </p:sp>
      <p:sp>
        <p:nvSpPr>
          <p:cNvPr id="3" name="Alt Bilgi Yer Tutucusu 2">
            <a:extLst>
              <a:ext uri="{FF2B5EF4-FFF2-40B4-BE49-F238E27FC236}">
                <a16:creationId xmlns:a16="http://schemas.microsoft.com/office/drawing/2014/main" id="{A691A41A-A49C-F2D7-3283-9B6F8B8AD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4BB6B64A-B6A0-0563-B967-C024A1CC6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F026B-3FBB-41B7-9529-02F1AEFD8B6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795010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39311A3-EDB4-4E37-C2F5-E4736D44D5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537FBBF9-4ADB-D2BC-A937-C9AE6ECC45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307E1D02-9709-B843-751D-7C2D5781BD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3B940321-EFA1-0997-A579-0BDD5D9588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141400-C04E-4CDD-89FE-314934E08E27}" type="datetimeFigureOut">
              <a:rPr lang="tr-TR" smtClean="0"/>
              <a:t>17.11.2025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4094CA13-E4DB-606F-B02D-2E6B8EDFC0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BB91D196-265D-640D-1323-8E27B939C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F026B-3FBB-41B7-9529-02F1AEFD8B6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064274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28CDB175-DD63-B3C6-9A0C-8B1E5C5C29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Resim Yer Tutucusu 2">
            <a:extLst>
              <a:ext uri="{FF2B5EF4-FFF2-40B4-BE49-F238E27FC236}">
                <a16:creationId xmlns:a16="http://schemas.microsoft.com/office/drawing/2014/main" id="{BC821B18-F57B-68C8-91D8-241678EF0A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8D8A3E85-1440-0079-2881-6EF19A0171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E889BBC1-3253-656B-6E5F-A9BF788B2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141400-C04E-4CDD-89FE-314934E08E27}" type="datetimeFigureOut">
              <a:rPr lang="tr-TR" smtClean="0"/>
              <a:t>17.11.2025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84E3DC3C-7E61-4D2F-AC6A-195AC18EB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DD85CD52-D7CE-779E-826F-C6E0D9F5A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F026B-3FBB-41B7-9529-02F1AEFD8B6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7713587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5282A53-58C8-812B-5A10-428E2ACCB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D6E12312-D767-640E-A3BC-A6A67CB5E5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4CDDC800-1AA4-9883-A5A4-57F04719FE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141400-C04E-4CDD-89FE-314934E08E27}" type="datetimeFigureOut">
              <a:rPr lang="tr-TR" smtClean="0"/>
              <a:t>17.11.2025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03B85B44-6411-2FC3-0232-8290A0ABFA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96869416-118C-8A3E-004D-B927F5DB4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F026B-3FBB-41B7-9529-02F1AEFD8B6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7500004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>
            <a:extLst>
              <a:ext uri="{FF2B5EF4-FFF2-40B4-BE49-F238E27FC236}">
                <a16:creationId xmlns:a16="http://schemas.microsoft.com/office/drawing/2014/main" id="{19252518-E8D8-2B0A-9B46-847FBBFA22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009B7999-500B-638A-AC15-5D2A5EFC2B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501498E1-82E6-3F68-11EB-8E458D3CE5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141400-C04E-4CDD-89FE-314934E08E27}" type="datetimeFigureOut">
              <a:rPr lang="tr-TR" smtClean="0"/>
              <a:t>17.11.2025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F67B0939-DB9E-DF2A-6AB1-BFED2D353D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2B985DC8-A93C-E1E5-2B8E-FE2025CD82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F026B-3FBB-41B7-9529-02F1AEFD8B6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370707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>
            <a:extLst>
              <a:ext uri="{FF2B5EF4-FFF2-40B4-BE49-F238E27FC236}">
                <a16:creationId xmlns:a16="http://schemas.microsoft.com/office/drawing/2014/main" id="{E0277BD1-29AA-04F1-EE0E-253D8FFB9E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46D8BAA0-14CB-F59B-ABEA-CA6892B1A6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9CCA8C07-78AF-ED0F-2EB3-8B87092A9F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141400-C04E-4CDD-89FE-314934E08E27}" type="datetimeFigureOut">
              <a:rPr lang="tr-TR" smtClean="0"/>
              <a:t>17.11.2025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B3103B5B-73EE-11AD-0AC0-B96F2FA2A7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BA2C6A5A-44AA-CE0F-AC0D-3F25AED874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AF026B-3FBB-41B7-9529-02F1AEFD8B6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4603990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5A304FB-81EF-3879-BD3D-113C0CDDADC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tr-TR" dirty="0" err="1"/>
              <a:t>Php</a:t>
            </a:r>
            <a:r>
              <a:rPr lang="tr-TR" dirty="0"/>
              <a:t> dosya ve klasör işlemleri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D41DE248-E9C6-D274-CD30-6CEB8D4610A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4181371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252CCC62-E2C3-A8B4-EA19-BA3893161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tr-TR" b="1" dirty="0"/>
            </a:br>
            <a:r>
              <a:rPr lang="tr-TR" b="1" dirty="0" err="1"/>
              <a:t>Php</a:t>
            </a:r>
            <a:r>
              <a:rPr lang="tr-TR" b="1" dirty="0"/>
              <a:t> Klasör Oluşturma</a:t>
            </a:r>
            <a:br>
              <a:rPr lang="tr-TR" b="1" dirty="0"/>
            </a:br>
            <a:br>
              <a:rPr lang="tr-TR" dirty="0"/>
            </a:br>
            <a:endParaRPr lang="tr-TR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0925782E-C512-B0AD-3054-E74007B84E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tr-TR" dirty="0" err="1"/>
              <a:t>Php</a:t>
            </a:r>
            <a:r>
              <a:rPr lang="tr-TR" dirty="0"/>
              <a:t> de klasör oluşturmak için </a:t>
            </a:r>
            <a:r>
              <a:rPr lang="tr-TR" dirty="0" err="1"/>
              <a:t>mkdir</a:t>
            </a:r>
            <a:r>
              <a:rPr lang="tr-TR" dirty="0"/>
              <a:t>() fonksiyonu kullanılır.</a:t>
            </a:r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r>
              <a:rPr lang="tr-TR" dirty="0"/>
              <a:t>&lt;?</a:t>
            </a:r>
            <a:r>
              <a:rPr lang="tr-TR" dirty="0" err="1"/>
              <a:t>php</a:t>
            </a:r>
            <a:endParaRPr lang="tr-TR" dirty="0"/>
          </a:p>
          <a:p>
            <a:pPr marL="0" indent="0">
              <a:buNone/>
            </a:pPr>
            <a:r>
              <a:rPr lang="tr-TR" dirty="0"/>
              <a:t>$</a:t>
            </a:r>
            <a:r>
              <a:rPr lang="tr-TR" dirty="0" err="1"/>
              <a:t>olustur</a:t>
            </a:r>
            <a:r>
              <a:rPr lang="tr-TR" dirty="0"/>
              <a:t> = </a:t>
            </a:r>
            <a:r>
              <a:rPr lang="tr-TR" dirty="0" err="1"/>
              <a:t>mkdir</a:t>
            </a:r>
            <a:r>
              <a:rPr lang="tr-TR" dirty="0"/>
              <a:t>("amp12g");</a:t>
            </a:r>
          </a:p>
          <a:p>
            <a:pPr marL="0" indent="0">
              <a:buNone/>
            </a:pPr>
            <a:r>
              <a:rPr lang="tr-TR" dirty="0" err="1"/>
              <a:t>if</a:t>
            </a:r>
            <a:r>
              <a:rPr lang="tr-TR" dirty="0"/>
              <a:t>($</a:t>
            </a:r>
            <a:r>
              <a:rPr lang="tr-TR" dirty="0" err="1"/>
              <a:t>olustur</a:t>
            </a:r>
            <a:r>
              <a:rPr lang="tr-TR" dirty="0"/>
              <a:t>) </a:t>
            </a:r>
          </a:p>
          <a:p>
            <a:pPr marL="0" indent="0">
              <a:buNone/>
            </a:pPr>
            <a:r>
              <a:rPr lang="tr-TR" dirty="0"/>
              <a:t>	</a:t>
            </a:r>
            <a:r>
              <a:rPr lang="tr-TR" dirty="0" err="1"/>
              <a:t>echo</a:t>
            </a:r>
            <a:r>
              <a:rPr lang="tr-TR" dirty="0"/>
              <a:t> "Klasör Oluşturuldu.";</a:t>
            </a:r>
          </a:p>
          <a:p>
            <a:pPr marL="0" indent="0">
              <a:buNone/>
            </a:pPr>
            <a:r>
              <a:rPr lang="tr-TR" dirty="0"/>
              <a:t>else </a:t>
            </a:r>
          </a:p>
          <a:p>
            <a:pPr marL="0" indent="0">
              <a:buNone/>
            </a:pPr>
            <a:r>
              <a:rPr lang="tr-TR" dirty="0"/>
              <a:t>	</a:t>
            </a:r>
            <a:r>
              <a:rPr lang="tr-TR" dirty="0" err="1"/>
              <a:t>echo</a:t>
            </a:r>
            <a:r>
              <a:rPr lang="tr-TR" dirty="0"/>
              <a:t> "Klasör Oluşturulamadı";</a:t>
            </a:r>
          </a:p>
          <a:p>
            <a:pPr marL="0" indent="0">
              <a:buNone/>
            </a:pPr>
            <a:r>
              <a:rPr lang="tr-TR" dirty="0"/>
              <a:t>?&gt;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3603986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86C82BE4-6C6B-8B92-C700-30F7C99F81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tr-TR" b="1" dirty="0"/>
            </a:br>
            <a:br>
              <a:rPr lang="tr-TR" b="1" dirty="0"/>
            </a:br>
            <a:r>
              <a:rPr lang="tr-TR" b="1" dirty="0" err="1"/>
              <a:t>Php</a:t>
            </a:r>
            <a:r>
              <a:rPr lang="tr-TR" b="1" dirty="0"/>
              <a:t> Klasör Silme</a:t>
            </a:r>
            <a:br>
              <a:rPr lang="tr-TR" b="1" dirty="0"/>
            </a:br>
            <a:br>
              <a:rPr lang="tr-TR" dirty="0"/>
            </a:br>
            <a:endParaRPr lang="tr-TR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E446FB9F-2990-D33E-954A-3571F21D95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b="1" dirty="0" err="1"/>
              <a:t>rmdir</a:t>
            </a:r>
            <a:r>
              <a:rPr lang="tr-TR" dirty="0"/>
              <a:t> fonksiyonu ile klasörü silebiliriz.</a:t>
            </a:r>
            <a:r>
              <a:rPr lang="tr-TR" b="1" dirty="0"/>
              <a:t> </a:t>
            </a:r>
            <a:r>
              <a:rPr lang="tr-TR" dirty="0"/>
              <a:t>Klasörü silmek için klasörün içerisini </a:t>
            </a:r>
            <a:r>
              <a:rPr lang="tr-TR" b="1" dirty="0"/>
              <a:t>boş olmak zorundadır</a:t>
            </a:r>
            <a:r>
              <a:rPr lang="tr-TR" dirty="0"/>
              <a:t>.  </a:t>
            </a:r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r>
              <a:rPr lang="tr-TR" dirty="0" err="1"/>
              <a:t>if</a:t>
            </a:r>
            <a:r>
              <a:rPr lang="tr-TR" dirty="0"/>
              <a:t>(</a:t>
            </a:r>
            <a:r>
              <a:rPr lang="tr-TR" dirty="0" err="1"/>
              <a:t>rmdir</a:t>
            </a:r>
            <a:r>
              <a:rPr lang="tr-TR" dirty="0"/>
              <a:t>("amp12g")) </a:t>
            </a:r>
          </a:p>
          <a:p>
            <a:pPr marL="0" indent="0">
              <a:buNone/>
            </a:pPr>
            <a:r>
              <a:rPr lang="tr-TR" dirty="0"/>
              <a:t>	</a:t>
            </a:r>
            <a:r>
              <a:rPr lang="tr-TR" dirty="0" err="1"/>
              <a:t>echo</a:t>
            </a:r>
            <a:r>
              <a:rPr lang="tr-TR" dirty="0"/>
              <a:t> "Klasör Silindi";</a:t>
            </a:r>
          </a:p>
          <a:p>
            <a:pPr marL="0" indent="0">
              <a:buNone/>
            </a:pPr>
            <a:r>
              <a:rPr lang="tr-TR" dirty="0"/>
              <a:t>Else</a:t>
            </a:r>
            <a:br>
              <a:rPr lang="tr-TR" dirty="0"/>
            </a:br>
            <a:r>
              <a:rPr lang="tr-TR" dirty="0"/>
              <a:t>	</a:t>
            </a:r>
            <a:r>
              <a:rPr lang="tr-TR" dirty="0" err="1"/>
              <a:t>echo</a:t>
            </a:r>
            <a:r>
              <a:rPr lang="tr-TR" dirty="0"/>
              <a:t> "Klasör Silinemedi.";</a:t>
            </a:r>
          </a:p>
          <a:p>
            <a:pPr marL="0" indent="0">
              <a:buNone/>
            </a:pPr>
            <a:endParaRPr lang="tr-TR" dirty="0"/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8446279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DC9BF9DA-3647-1DB9-0DD3-8F383CE055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b="1" dirty="0" err="1"/>
              <a:t>Php</a:t>
            </a:r>
            <a:r>
              <a:rPr lang="tr-TR" b="1" dirty="0"/>
              <a:t> Klasör içerisindeki dosya ve klasörleri listeleme</a:t>
            </a:r>
            <a:br>
              <a:rPr lang="tr-TR" b="1" dirty="0"/>
            </a:br>
            <a:endParaRPr lang="tr-TR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6CF40833-D9C5-29B6-2C79-5C180EEF1A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dosya ve klasörleri listelemek için </a:t>
            </a:r>
            <a:r>
              <a:rPr lang="tr-TR" dirty="0" err="1"/>
              <a:t>opendir</a:t>
            </a:r>
            <a:r>
              <a:rPr lang="tr-TR" dirty="0"/>
              <a:t> ve </a:t>
            </a:r>
            <a:r>
              <a:rPr lang="tr-TR" dirty="0" err="1"/>
              <a:t>readdir</a:t>
            </a:r>
            <a:r>
              <a:rPr lang="tr-TR" dirty="0"/>
              <a:t> fonksiyonlarını kullanırız.</a:t>
            </a:r>
          </a:p>
          <a:p>
            <a:endParaRPr lang="tr-TR" dirty="0"/>
          </a:p>
          <a:p>
            <a:pPr marL="0" indent="0">
              <a:buNone/>
            </a:pPr>
            <a:r>
              <a:rPr lang="tr-TR" dirty="0"/>
              <a:t>$</a:t>
            </a:r>
            <a:r>
              <a:rPr lang="tr-TR" dirty="0" err="1"/>
              <a:t>ac</a:t>
            </a:r>
            <a:r>
              <a:rPr lang="tr-TR" dirty="0"/>
              <a:t> = </a:t>
            </a:r>
            <a:r>
              <a:rPr lang="tr-TR" dirty="0" err="1"/>
              <a:t>opendir</a:t>
            </a:r>
            <a:r>
              <a:rPr lang="tr-TR" dirty="0"/>
              <a:t>("amp12g");             // açmak istediğin klasörü seç</a:t>
            </a:r>
          </a:p>
          <a:p>
            <a:pPr marL="0" indent="0">
              <a:buNone/>
            </a:pPr>
            <a:r>
              <a:rPr lang="tr-TR" dirty="0" err="1"/>
              <a:t>while</a:t>
            </a:r>
            <a:r>
              <a:rPr lang="tr-TR" dirty="0"/>
              <a:t>($veri = </a:t>
            </a:r>
            <a:r>
              <a:rPr lang="tr-TR" dirty="0" err="1"/>
              <a:t>readdir</a:t>
            </a:r>
            <a:r>
              <a:rPr lang="tr-TR" dirty="0"/>
              <a:t>($</a:t>
            </a:r>
            <a:r>
              <a:rPr lang="tr-TR" dirty="0" err="1"/>
              <a:t>ac</a:t>
            </a:r>
            <a:r>
              <a:rPr lang="tr-TR" dirty="0"/>
              <a:t>))</a:t>
            </a:r>
          </a:p>
          <a:p>
            <a:pPr marL="0" indent="0">
              <a:buNone/>
            </a:pPr>
            <a:r>
              <a:rPr lang="tr-TR" dirty="0"/>
              <a:t>	</a:t>
            </a:r>
            <a:r>
              <a:rPr lang="tr-TR" dirty="0" err="1"/>
              <a:t>echo</a:t>
            </a:r>
            <a:r>
              <a:rPr lang="tr-TR" dirty="0"/>
              <a:t> $veri."&lt;</a:t>
            </a:r>
            <a:r>
              <a:rPr lang="tr-TR" dirty="0" err="1"/>
              <a:t>br</a:t>
            </a:r>
            <a:r>
              <a:rPr lang="tr-TR" dirty="0"/>
              <a:t>/&gt;";</a:t>
            </a:r>
          </a:p>
          <a:p>
            <a:pPr marL="0" indent="0">
              <a:buNone/>
            </a:pPr>
            <a:br>
              <a:rPr lang="tr-TR" dirty="0"/>
            </a:b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935734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D9B78FD-EC8D-3E33-6863-6DCDCB00D5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tr-TR" b="1" dirty="0"/>
            </a:br>
            <a:r>
              <a:rPr lang="tr-TR" b="1" dirty="0" err="1"/>
              <a:t>Php</a:t>
            </a:r>
            <a:r>
              <a:rPr lang="tr-TR" b="1" dirty="0"/>
              <a:t> Dosya Oluşturma</a:t>
            </a:r>
            <a:br>
              <a:rPr lang="tr-TR" b="1" dirty="0"/>
            </a:br>
            <a:endParaRPr lang="tr-TR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A9F41AA1-FFF9-AB47-5BFC-A37618CAED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err="1"/>
              <a:t>Phpde</a:t>
            </a:r>
            <a:r>
              <a:rPr lang="tr-TR" dirty="0"/>
              <a:t> </a:t>
            </a:r>
            <a:r>
              <a:rPr lang="tr-TR" dirty="0" err="1"/>
              <a:t>touch</a:t>
            </a:r>
            <a:r>
              <a:rPr lang="tr-TR" dirty="0"/>
              <a:t>() fonksiyonu ile dosya </a:t>
            </a:r>
            <a:r>
              <a:rPr lang="tr-TR" dirty="0" err="1"/>
              <a:t>olutşrurulur</a:t>
            </a:r>
            <a:r>
              <a:rPr lang="tr-TR" dirty="0"/>
              <a:t>.</a:t>
            </a:r>
          </a:p>
          <a:p>
            <a:pPr lvl="1"/>
            <a:endParaRPr lang="tr-TR" dirty="0"/>
          </a:p>
          <a:p>
            <a:pPr lvl="1"/>
            <a:r>
              <a:rPr lang="tr-TR" dirty="0"/>
              <a:t>örneğin amp12g.txt dosyasını oluşturalım.</a:t>
            </a:r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r>
              <a:rPr lang="tr-TR" dirty="0" err="1"/>
              <a:t>if</a:t>
            </a:r>
            <a:r>
              <a:rPr lang="tr-TR" dirty="0"/>
              <a:t>(</a:t>
            </a:r>
            <a:r>
              <a:rPr lang="tr-TR" dirty="0" err="1"/>
              <a:t>touch</a:t>
            </a:r>
            <a:r>
              <a:rPr lang="tr-TR" dirty="0"/>
              <a:t>("amp12g.txt")) </a:t>
            </a:r>
          </a:p>
          <a:p>
            <a:pPr marL="0" indent="0">
              <a:buNone/>
            </a:pPr>
            <a:r>
              <a:rPr lang="tr-TR" dirty="0"/>
              <a:t>	</a:t>
            </a:r>
            <a:r>
              <a:rPr lang="tr-TR" dirty="0" err="1"/>
              <a:t>echo</a:t>
            </a:r>
            <a:r>
              <a:rPr lang="tr-TR" dirty="0"/>
              <a:t> "Dosya Oluşturuldu";</a:t>
            </a:r>
          </a:p>
          <a:p>
            <a:pPr marL="0" indent="0">
              <a:buNone/>
            </a:pPr>
            <a:r>
              <a:rPr lang="tr-TR" dirty="0"/>
              <a:t>else </a:t>
            </a:r>
          </a:p>
          <a:p>
            <a:pPr marL="0" indent="0">
              <a:buNone/>
            </a:pPr>
            <a:r>
              <a:rPr lang="tr-TR" dirty="0"/>
              <a:t>	</a:t>
            </a:r>
            <a:r>
              <a:rPr lang="tr-TR" dirty="0" err="1"/>
              <a:t>echo</a:t>
            </a:r>
            <a:r>
              <a:rPr lang="tr-TR" dirty="0"/>
              <a:t> "Dosya Oluşturulamadı";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41913383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53947DA-AC8E-7788-2E47-819051A12E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 err="1"/>
              <a:t>Php</a:t>
            </a:r>
            <a:r>
              <a:rPr lang="tr-TR" b="1" dirty="0"/>
              <a:t> ile Dosya Açmak</a:t>
            </a:r>
            <a:br>
              <a:rPr lang="tr-TR" b="1" dirty="0"/>
            </a:br>
            <a:endParaRPr lang="tr-TR" dirty="0"/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51B929B6-D78B-A92A-8F19-0D23AD7511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146" y="1143000"/>
            <a:ext cx="6048375" cy="5715000"/>
          </a:xfrm>
          <a:prstGeom prst="rect">
            <a:avLst/>
          </a:prstGeom>
        </p:spPr>
      </p:pic>
      <p:sp>
        <p:nvSpPr>
          <p:cNvPr id="7" name="Metin kutusu 6">
            <a:extLst>
              <a:ext uri="{FF2B5EF4-FFF2-40B4-BE49-F238E27FC236}">
                <a16:creationId xmlns:a16="http://schemas.microsoft.com/office/drawing/2014/main" id="{BABD5FD5-ACB3-3EF3-5F76-E125BFF0CF45}"/>
              </a:ext>
            </a:extLst>
          </p:cNvPr>
          <p:cNvSpPr txBox="1"/>
          <p:nvPr/>
        </p:nvSpPr>
        <p:spPr>
          <a:xfrm>
            <a:off x="7335175" y="1785203"/>
            <a:ext cx="4421679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800"/>
              </a:spcAft>
              <a:buNone/>
            </a:pPr>
            <a:r>
              <a:rPr lang="tr-TR" b="0" i="0" dirty="0">
                <a:solidFill>
                  <a:srgbClr val="373A3C"/>
                </a:solidFill>
                <a:effectLst/>
                <a:latin typeface="Menlo"/>
              </a:rPr>
              <a:t>&lt;?</a:t>
            </a:r>
            <a:r>
              <a:rPr lang="tr-TR" b="0" i="0" dirty="0" err="1">
                <a:solidFill>
                  <a:srgbClr val="373A3C"/>
                </a:solidFill>
                <a:effectLst/>
                <a:latin typeface="Menlo"/>
              </a:rPr>
              <a:t>php</a:t>
            </a:r>
            <a:endParaRPr lang="tr-TR" b="0" i="0" dirty="0">
              <a:solidFill>
                <a:srgbClr val="373A3C"/>
              </a:solidFill>
              <a:effectLst/>
              <a:latin typeface="Menlo"/>
            </a:endParaRPr>
          </a:p>
          <a:p>
            <a:pPr>
              <a:spcAft>
                <a:spcPts val="1800"/>
              </a:spcAft>
            </a:pPr>
            <a:r>
              <a:rPr lang="tr-TR" b="0" i="0" dirty="0">
                <a:solidFill>
                  <a:srgbClr val="373A3C"/>
                </a:solidFill>
                <a:effectLst/>
                <a:latin typeface="Menlo"/>
              </a:rPr>
              <a:t>$</a:t>
            </a:r>
            <a:r>
              <a:rPr lang="tr-TR" b="0" i="0" dirty="0" err="1">
                <a:solidFill>
                  <a:srgbClr val="373A3C"/>
                </a:solidFill>
                <a:effectLst/>
                <a:latin typeface="Menlo"/>
              </a:rPr>
              <a:t>ac</a:t>
            </a:r>
            <a:r>
              <a:rPr lang="tr-TR" b="0" i="0" dirty="0">
                <a:solidFill>
                  <a:srgbClr val="373A3C"/>
                </a:solidFill>
                <a:effectLst/>
                <a:latin typeface="Menlo"/>
              </a:rPr>
              <a:t> = </a:t>
            </a:r>
            <a:r>
              <a:rPr lang="tr-TR" b="0" i="0" dirty="0" err="1">
                <a:solidFill>
                  <a:srgbClr val="373A3C"/>
                </a:solidFill>
                <a:effectLst/>
                <a:latin typeface="Menlo"/>
              </a:rPr>
              <a:t>fopen</a:t>
            </a:r>
            <a:r>
              <a:rPr lang="tr-TR" b="0" i="0" dirty="0">
                <a:solidFill>
                  <a:srgbClr val="373A3C"/>
                </a:solidFill>
                <a:effectLst/>
                <a:latin typeface="Menlo"/>
              </a:rPr>
              <a:t>("amp12g.txt","a+");</a:t>
            </a:r>
          </a:p>
          <a:p>
            <a:pPr>
              <a:spcAft>
                <a:spcPts val="1800"/>
              </a:spcAft>
            </a:pPr>
            <a:r>
              <a:rPr lang="tr-TR" b="0" i="0" dirty="0" err="1">
                <a:solidFill>
                  <a:srgbClr val="373A3C"/>
                </a:solidFill>
                <a:effectLst/>
                <a:latin typeface="Menlo"/>
              </a:rPr>
              <a:t>fwrite</a:t>
            </a:r>
            <a:r>
              <a:rPr lang="tr-TR" b="0" i="0" dirty="0">
                <a:solidFill>
                  <a:srgbClr val="373A3C"/>
                </a:solidFill>
                <a:effectLst/>
                <a:latin typeface="Menlo"/>
              </a:rPr>
              <a:t>($</a:t>
            </a:r>
            <a:r>
              <a:rPr lang="tr-TR" b="0" i="0" dirty="0" err="1">
                <a:solidFill>
                  <a:srgbClr val="373A3C"/>
                </a:solidFill>
                <a:effectLst/>
                <a:latin typeface="Menlo"/>
              </a:rPr>
              <a:t>ac</a:t>
            </a:r>
            <a:r>
              <a:rPr lang="tr-TR" b="0" i="0" dirty="0">
                <a:solidFill>
                  <a:srgbClr val="373A3C"/>
                </a:solidFill>
                <a:effectLst/>
                <a:latin typeface="Menlo"/>
              </a:rPr>
              <a:t>, "Tuzla Meslek");</a:t>
            </a:r>
          </a:p>
          <a:p>
            <a:pPr algn="l">
              <a:spcAft>
                <a:spcPts val="1800"/>
              </a:spcAft>
              <a:buNone/>
            </a:pPr>
            <a:r>
              <a:rPr lang="tr-TR" b="0" i="0" dirty="0" err="1">
                <a:solidFill>
                  <a:srgbClr val="373A3C"/>
                </a:solidFill>
                <a:effectLst/>
                <a:latin typeface="Menlo"/>
              </a:rPr>
              <a:t>fclose</a:t>
            </a:r>
            <a:r>
              <a:rPr lang="tr-TR" b="0" i="0" dirty="0">
                <a:solidFill>
                  <a:srgbClr val="373A3C"/>
                </a:solidFill>
                <a:effectLst/>
                <a:latin typeface="Menlo"/>
              </a:rPr>
              <a:t>($</a:t>
            </a:r>
            <a:r>
              <a:rPr lang="tr-TR" b="0" i="0" dirty="0" err="1">
                <a:solidFill>
                  <a:srgbClr val="373A3C"/>
                </a:solidFill>
                <a:effectLst/>
                <a:latin typeface="Menlo"/>
              </a:rPr>
              <a:t>ac</a:t>
            </a:r>
            <a:r>
              <a:rPr lang="tr-TR" b="0" i="0" dirty="0">
                <a:solidFill>
                  <a:srgbClr val="373A3C"/>
                </a:solidFill>
                <a:effectLst/>
                <a:latin typeface="Menlo"/>
              </a:rPr>
              <a:t>);</a:t>
            </a:r>
          </a:p>
          <a:p>
            <a:pPr algn="l">
              <a:spcAft>
                <a:spcPts val="1800"/>
              </a:spcAft>
              <a:buNone/>
            </a:pPr>
            <a:r>
              <a:rPr lang="tr-TR" b="0" i="0" dirty="0">
                <a:solidFill>
                  <a:srgbClr val="373A3C"/>
                </a:solidFill>
                <a:effectLst/>
                <a:latin typeface="Menlo"/>
              </a:rPr>
              <a:t>?&gt;</a:t>
            </a:r>
          </a:p>
        </p:txBody>
      </p:sp>
    </p:spTree>
    <p:extLst>
      <p:ext uri="{BB962C8B-B14F-4D97-AF65-F5344CB8AC3E}">
        <p14:creationId xmlns:p14="http://schemas.microsoft.com/office/powerpoint/2010/main" val="37645622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209</Words>
  <Application>Microsoft Office PowerPoint</Application>
  <PresentationFormat>Geniş ekran</PresentationFormat>
  <Paragraphs>39</Paragraphs>
  <Slides>6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4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Menlo</vt:lpstr>
      <vt:lpstr>Office Teması</vt:lpstr>
      <vt:lpstr>Php dosya ve klasör işlemleri</vt:lpstr>
      <vt:lpstr> Php Klasör Oluşturma  </vt:lpstr>
      <vt:lpstr>  Php Klasör Silme  </vt:lpstr>
      <vt:lpstr>Php Klasör içerisindeki dosya ve klasörleri listeleme </vt:lpstr>
      <vt:lpstr> Php Dosya Oluşturma </vt:lpstr>
      <vt:lpstr>Php ile Dosya Açmak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K0-11</dc:creator>
  <cp:lastModifiedBy>K0-11</cp:lastModifiedBy>
  <cp:revision>2</cp:revision>
  <dcterms:created xsi:type="dcterms:W3CDTF">2025-11-17T11:32:28Z</dcterms:created>
  <dcterms:modified xsi:type="dcterms:W3CDTF">2025-11-17T11:42:24Z</dcterms:modified>
</cp:coreProperties>
</file>