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3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616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573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734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654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324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059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142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021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809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519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82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DDA8B-3960-4CDE-9589-C57A9C99CDA7}" type="datetimeFigureOut">
              <a:rPr lang="tr-TR" smtClean="0"/>
              <a:t>15.02.2026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1739-701D-4E09-922C-F2D2576A7F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173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Php</a:t>
            </a:r>
            <a:r>
              <a:rPr lang="tr-TR" dirty="0"/>
              <a:t> PDO </a:t>
            </a:r>
            <a:r>
              <a:rPr lang="tr-TR" dirty="0" err="1"/>
              <a:t>Veritabanı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Tuzla Mesleki ve Teknik Anadolu Lisesi</a:t>
            </a:r>
          </a:p>
        </p:txBody>
      </p:sp>
    </p:spTree>
    <p:extLst>
      <p:ext uri="{BB962C8B-B14F-4D97-AF65-F5344CB8AC3E}">
        <p14:creationId xmlns:p14="http://schemas.microsoft.com/office/powerpoint/2010/main" val="86574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24883"/>
            <a:ext cx="10515600" cy="1325563"/>
          </a:xfrm>
        </p:spPr>
        <p:txBody>
          <a:bodyPr/>
          <a:lstStyle/>
          <a:p>
            <a:r>
              <a:rPr lang="tr-TR" dirty="0"/>
              <a:t>1.PDO ile </a:t>
            </a:r>
            <a:r>
              <a:rPr lang="tr-TR" dirty="0" err="1"/>
              <a:t>Veritabanına</a:t>
            </a:r>
            <a:r>
              <a:rPr lang="tr-TR" dirty="0"/>
              <a:t> Bağlanmak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04037" y="1145140"/>
            <a:ext cx="11440633" cy="4351338"/>
          </a:xfrm>
        </p:spPr>
        <p:txBody>
          <a:bodyPr>
            <a:normAutofit/>
          </a:bodyPr>
          <a:lstStyle/>
          <a:p>
            <a:r>
              <a:rPr lang="tr-TR" sz="2000" dirty="0"/>
              <a:t>İlk adım, </a:t>
            </a:r>
            <a:r>
              <a:rPr lang="tr-TR" sz="2000" dirty="0" err="1"/>
              <a:t>veritabanına</a:t>
            </a:r>
            <a:r>
              <a:rPr lang="tr-TR" sz="2000" dirty="0"/>
              <a:t> bağlanmaktır. PDO ile bağlantı kurarken dikkat etmemiz gereken şeyler:</a:t>
            </a:r>
          </a:p>
          <a:p>
            <a:r>
              <a:rPr lang="tr-TR" sz="2000" b="1" dirty="0" err="1"/>
              <a:t>Veritabanı</a:t>
            </a:r>
            <a:r>
              <a:rPr lang="tr-TR" sz="2000" b="1" dirty="0"/>
              <a:t> adı</a:t>
            </a:r>
            <a:r>
              <a:rPr lang="tr-TR" sz="2000" dirty="0"/>
              <a:t>, </a:t>
            </a:r>
            <a:r>
              <a:rPr lang="tr-TR" sz="2000" b="1" dirty="0"/>
              <a:t>sunucu adresi</a:t>
            </a:r>
            <a:r>
              <a:rPr lang="tr-TR" sz="2000" dirty="0"/>
              <a:t>, </a:t>
            </a:r>
            <a:r>
              <a:rPr lang="tr-TR" sz="2000" b="1" dirty="0"/>
              <a:t>kullanıcı adı</a:t>
            </a:r>
            <a:r>
              <a:rPr lang="tr-TR" sz="2000" dirty="0"/>
              <a:t> ve </a:t>
            </a:r>
            <a:r>
              <a:rPr lang="tr-TR" sz="2000" b="1" dirty="0"/>
              <a:t>şifre</a:t>
            </a:r>
            <a:r>
              <a:rPr lang="tr-TR" sz="2000" dirty="0"/>
              <a:t> gibi bilgiler.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34" y="2008489"/>
            <a:ext cx="6728263" cy="460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6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5511"/>
            <a:ext cx="10515600" cy="1325563"/>
          </a:xfrm>
        </p:spPr>
        <p:txBody>
          <a:bodyPr/>
          <a:lstStyle/>
          <a:p>
            <a:r>
              <a:rPr lang="tr-TR" dirty="0"/>
              <a:t>2.Veri Ekleme (</a:t>
            </a:r>
            <a:r>
              <a:rPr lang="tr-TR" dirty="0" err="1"/>
              <a:t>Insert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2773" y="1251467"/>
            <a:ext cx="11557590" cy="4351338"/>
          </a:xfrm>
        </p:spPr>
        <p:txBody>
          <a:bodyPr>
            <a:normAutofit/>
          </a:bodyPr>
          <a:lstStyle/>
          <a:p>
            <a:r>
              <a:rPr lang="tr-TR" sz="2000" dirty="0" err="1"/>
              <a:t>Veritabanına</a:t>
            </a:r>
            <a:r>
              <a:rPr lang="tr-TR" sz="2000" dirty="0"/>
              <a:t> yeni bir kullanıcı eklemek için bir INSERT komutu kullanırız. Bunun için </a:t>
            </a:r>
            <a:r>
              <a:rPr lang="tr-TR" sz="2000" dirty="0" err="1"/>
              <a:t>prepared</a:t>
            </a:r>
            <a:r>
              <a:rPr lang="tr-TR" sz="2000" dirty="0"/>
              <a:t> </a:t>
            </a:r>
            <a:r>
              <a:rPr lang="tr-TR" sz="2000" dirty="0" err="1"/>
              <a:t>statement</a:t>
            </a:r>
            <a:r>
              <a:rPr lang="tr-TR" sz="2000" dirty="0"/>
              <a:t> (hazırlıklı ifadeler) kullanmak daha güvenlidir.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19" y="2286000"/>
            <a:ext cx="10107592" cy="32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1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56777"/>
            <a:ext cx="10515600" cy="1325563"/>
          </a:xfrm>
        </p:spPr>
        <p:txBody>
          <a:bodyPr/>
          <a:lstStyle/>
          <a:p>
            <a:r>
              <a:rPr lang="tr-TR" dirty="0"/>
              <a:t>3.Veri Listeleme (Select)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148316"/>
            <a:ext cx="10515600" cy="5028647"/>
          </a:xfrm>
        </p:spPr>
        <p:txBody>
          <a:bodyPr>
            <a:normAutofit/>
          </a:bodyPr>
          <a:lstStyle/>
          <a:p>
            <a:r>
              <a:rPr lang="tr-TR" sz="2000" dirty="0" err="1"/>
              <a:t>Veritabanındaki</a:t>
            </a:r>
            <a:r>
              <a:rPr lang="tr-TR" sz="2000" dirty="0"/>
              <a:t> verileri almak için SELECT komutunu kullanırız. Burada tüm kullanıcıları çekelim.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52" y="2041451"/>
            <a:ext cx="9925690" cy="3774558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1C58FF6-DAED-9053-DB09-2AB0212374B3}"/>
              </a:ext>
            </a:extLst>
          </p:cNvPr>
          <p:cNvSpPr txBox="1"/>
          <p:nvPr/>
        </p:nvSpPr>
        <p:spPr>
          <a:xfrm>
            <a:off x="618852" y="6214184"/>
            <a:ext cx="1043783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"&lt;meta http-equiv='refresh' content='0;url=http:index.php'&gt;"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1586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56777"/>
            <a:ext cx="10515600" cy="1325563"/>
          </a:xfrm>
        </p:spPr>
        <p:txBody>
          <a:bodyPr/>
          <a:lstStyle/>
          <a:p>
            <a:r>
              <a:rPr lang="tr-TR" dirty="0"/>
              <a:t>4.Veri Güncelleme (Update)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199" y="1148316"/>
            <a:ext cx="11070265" cy="5028647"/>
          </a:xfrm>
        </p:spPr>
        <p:txBody>
          <a:bodyPr>
            <a:normAutofit/>
          </a:bodyPr>
          <a:lstStyle/>
          <a:p>
            <a:r>
              <a:rPr lang="tr-TR" sz="2000" dirty="0"/>
              <a:t>Mevcut bir kullanıcıyı güncellemek için </a:t>
            </a:r>
            <a:r>
              <a:rPr lang="tr-TR" sz="2000" b="1" dirty="0"/>
              <a:t>UPDATE</a:t>
            </a:r>
            <a:r>
              <a:rPr lang="tr-TR" sz="2000" dirty="0"/>
              <a:t> komutu kullanılır. Örneğin, kullanıcı adı değiştirebiliriz.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81" y="2041451"/>
            <a:ext cx="11805202" cy="377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3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56777"/>
            <a:ext cx="10515600" cy="1325563"/>
          </a:xfrm>
        </p:spPr>
        <p:txBody>
          <a:bodyPr/>
          <a:lstStyle/>
          <a:p>
            <a:r>
              <a:rPr lang="tr-TR" dirty="0"/>
              <a:t>5.Veri Silme (</a:t>
            </a:r>
            <a:r>
              <a:rPr lang="tr-TR" dirty="0" err="1"/>
              <a:t>Delete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199" y="1148316"/>
            <a:ext cx="11070265" cy="5028647"/>
          </a:xfrm>
        </p:spPr>
        <p:txBody>
          <a:bodyPr>
            <a:normAutofit/>
          </a:bodyPr>
          <a:lstStyle/>
          <a:p>
            <a:r>
              <a:rPr lang="tr-TR" sz="2000" dirty="0"/>
              <a:t>Bir kullanıcıyı silmek için </a:t>
            </a:r>
            <a:r>
              <a:rPr lang="tr-TR" sz="2000" b="1" dirty="0"/>
              <a:t>DELETE</a:t>
            </a:r>
            <a:r>
              <a:rPr lang="tr-TR" sz="2000" dirty="0"/>
              <a:t> komutu kullanılır. Örneğin </a:t>
            </a:r>
            <a:r>
              <a:rPr lang="tr-TR" sz="2000" dirty="0" err="1"/>
              <a:t>id’si</a:t>
            </a:r>
            <a:r>
              <a:rPr lang="tr-TR" sz="2000" dirty="0"/>
              <a:t> 1 olan kullanıcıyı silelim.</a:t>
            </a: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74" y="1892954"/>
            <a:ext cx="11031326" cy="42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9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28DD89-8694-2347-3FA4-45A1869F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Bootstrap’s</a:t>
            </a:r>
            <a:r>
              <a:rPr lang="tr-TR" dirty="0"/>
              <a:t> </a:t>
            </a:r>
            <a:r>
              <a:rPr lang="tr-TR" dirty="0" err="1"/>
              <a:t>Checkout</a:t>
            </a:r>
            <a:r>
              <a:rPr lang="tr-TR" dirty="0"/>
              <a:t> form örneği ile ekleme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47D0380-C042-71E2-0D46-5C2909DD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62" y="1465757"/>
            <a:ext cx="5143616" cy="213648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D5D8D36-A80C-12D8-14B5-CBD19BD0D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53" y="3644186"/>
            <a:ext cx="98298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6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2811-AB2D-EA8F-2A7D-6363B593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9B85AD-6926-F410-06E9-51D51A86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Bootstrap’s</a:t>
            </a:r>
            <a:r>
              <a:rPr lang="tr-TR" dirty="0"/>
              <a:t> </a:t>
            </a:r>
            <a:r>
              <a:rPr lang="tr-TR" dirty="0" err="1"/>
              <a:t>Checkout</a:t>
            </a:r>
            <a:r>
              <a:rPr lang="tr-TR" dirty="0"/>
              <a:t> form örneği ile listeleme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4556215-9AD6-C1B9-A6EF-AA1C15B4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1" y="1542941"/>
            <a:ext cx="3190323" cy="4949934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10220DE1-9740-0414-4AFE-9F9A4D4B3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23" y="1539875"/>
            <a:ext cx="78581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F006-3789-2945-5DFC-D675319B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2DB277-B645-3F8A-1AEB-9187F03E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390"/>
            <a:ext cx="10515600" cy="851789"/>
          </a:xfrm>
        </p:spPr>
        <p:txBody>
          <a:bodyPr/>
          <a:lstStyle/>
          <a:p>
            <a:r>
              <a:rPr lang="tr-TR" dirty="0" err="1"/>
              <a:t>Bootstrap’s</a:t>
            </a:r>
            <a:r>
              <a:rPr lang="tr-TR" dirty="0"/>
              <a:t> </a:t>
            </a:r>
            <a:r>
              <a:rPr lang="tr-TR" dirty="0" err="1"/>
              <a:t>Checkout</a:t>
            </a:r>
            <a:r>
              <a:rPr lang="tr-TR" dirty="0"/>
              <a:t> form örneği ile silme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F02B4A3-B1B1-B687-48D6-E0EBC021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6" y="998289"/>
            <a:ext cx="3346294" cy="528087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C24D6BBD-6DE8-A6C6-419D-729071A5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633" y="848202"/>
            <a:ext cx="6774861" cy="1567319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2218E62F-ABE7-3CA5-9F85-12ACFB05A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630" y="5339947"/>
            <a:ext cx="4202012" cy="1484346"/>
          </a:xfrm>
          <a:prstGeom prst="rect">
            <a:avLst/>
          </a:prstGeom>
        </p:spPr>
      </p:pic>
      <p:sp>
        <p:nvSpPr>
          <p:cNvPr id="15" name="Ok: Sağ 14">
            <a:extLst>
              <a:ext uri="{FF2B5EF4-FFF2-40B4-BE49-F238E27FC236}">
                <a16:creationId xmlns:a16="http://schemas.microsoft.com/office/drawing/2014/main" id="{5B936508-1FC2-9EB2-F842-B193963B532B}"/>
              </a:ext>
            </a:extLst>
          </p:cNvPr>
          <p:cNvSpPr/>
          <p:nvPr/>
        </p:nvSpPr>
        <p:spPr>
          <a:xfrm>
            <a:off x="3553299" y="5610138"/>
            <a:ext cx="1742570" cy="2999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975" y="4268212"/>
            <a:ext cx="6063095" cy="106342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8872" y="2423834"/>
            <a:ext cx="484822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0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54AC5-4A6A-E8F8-D6D6-2BB0D568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81311E-D806-5C0E-A993-29A6E4B9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515"/>
            <a:ext cx="10515600" cy="653371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Bootstrap’s</a:t>
            </a:r>
            <a:r>
              <a:rPr lang="tr-TR" dirty="0"/>
              <a:t> </a:t>
            </a:r>
            <a:r>
              <a:rPr lang="tr-TR" dirty="0" err="1"/>
              <a:t>Checkout</a:t>
            </a:r>
            <a:r>
              <a:rPr lang="tr-TR" dirty="0"/>
              <a:t> form örneği ile güncelleme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87D0413-563B-7170-9504-BD1CA17E7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8" y="1011179"/>
            <a:ext cx="2924175" cy="51816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E750A851-56E6-3245-F996-0C50FA228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838" y="653372"/>
            <a:ext cx="9143997" cy="1019917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39CDFF78-A11F-6FE1-15FD-E78D2F542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583" y="1707999"/>
            <a:ext cx="4170087" cy="1734924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0F15BF8C-219A-3E24-E0D4-4477A91C3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192" y="3501711"/>
            <a:ext cx="7032553" cy="1999882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B91E0C60-CB5F-DCB4-6731-AF6E0A168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197" y="5585792"/>
            <a:ext cx="5553075" cy="1219200"/>
          </a:xfrm>
          <a:prstGeom prst="rect">
            <a:avLst/>
          </a:prstGeom>
        </p:spPr>
      </p:pic>
      <p:sp>
        <p:nvSpPr>
          <p:cNvPr id="21" name="Ok: Sağ 20">
            <a:extLst>
              <a:ext uri="{FF2B5EF4-FFF2-40B4-BE49-F238E27FC236}">
                <a16:creationId xmlns:a16="http://schemas.microsoft.com/office/drawing/2014/main" id="{902886FB-1C19-766D-698D-F84E1C2A94FB}"/>
              </a:ext>
            </a:extLst>
          </p:cNvPr>
          <p:cNvSpPr/>
          <p:nvPr/>
        </p:nvSpPr>
        <p:spPr>
          <a:xfrm>
            <a:off x="3181602" y="4850094"/>
            <a:ext cx="1742570" cy="2999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453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180</Words>
  <Application>Microsoft Office PowerPoint</Application>
  <PresentationFormat>Geniş ekran</PresentationFormat>
  <Paragraphs>18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Teması</vt:lpstr>
      <vt:lpstr>Php PDO Veritabanı</vt:lpstr>
      <vt:lpstr>1.PDO ile Veritabanına Bağlanmak</vt:lpstr>
      <vt:lpstr>2.Veri Ekleme (Insert)</vt:lpstr>
      <vt:lpstr>3.Veri Listeleme (Select)</vt:lpstr>
      <vt:lpstr>4.Veri Güncelleme (Update)</vt:lpstr>
      <vt:lpstr>5.Veri Silme (Delete)</vt:lpstr>
      <vt:lpstr>Bootstrap’s Checkout form örneği ile ekleme</vt:lpstr>
      <vt:lpstr>Bootstrap’s Checkout form örneği ile listeleme</vt:lpstr>
      <vt:lpstr>Bootstrap’s Checkout form örneği ile silme</vt:lpstr>
      <vt:lpstr>Bootstrap’s Checkout form örneği ile güncelleme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PDO Veritabanı</dc:title>
  <dc:creator>Donanim</dc:creator>
  <cp:lastModifiedBy>Neva</cp:lastModifiedBy>
  <cp:revision>8</cp:revision>
  <dcterms:created xsi:type="dcterms:W3CDTF">2025-12-01T08:37:00Z</dcterms:created>
  <dcterms:modified xsi:type="dcterms:W3CDTF">2026-02-15T16:45:38Z</dcterms:modified>
</cp:coreProperties>
</file>